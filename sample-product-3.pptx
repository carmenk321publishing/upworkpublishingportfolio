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0" r:id="rId2"/>
    <p:sldId id="256" r:id="rId3"/>
    <p:sldId id="263" r:id="rId4"/>
    <p:sldId id="264" r:id="rId5"/>
    <p:sldId id="265" r:id="rId6"/>
    <p:sldId id="270" r:id="rId7"/>
    <p:sldId id="268" r:id="rId8"/>
    <p:sldId id="267" r:id="rId9"/>
    <p:sldId id="269" r:id="rId10"/>
    <p:sldId id="259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0DC"/>
    <a:srgbClr val="FAF1DD"/>
    <a:srgbClr val="FDF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ADDC83-C717-4FAE-819B-64DDB9D8884A}" v="5" dt="2026-10-07T03:02:21.714"/>
    <p1510:client id="{F8AE902E-5B06-4DA0-9C20-91D3F2F2BE89}" v="20" dt="2026-10-06T22:59:51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765" autoAdjust="0"/>
  </p:normalViewPr>
  <p:slideViewPr>
    <p:cSldViewPr snapToGrid="0">
      <p:cViewPr varScale="1">
        <p:scale>
          <a:sx n="64" d="100"/>
          <a:sy n="64" d="100"/>
        </p:scale>
        <p:origin x="3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men Khoury" userId="9bf4481a0678ecc3" providerId="LiveId" clId="{5DCB67BC-7827-43E7-88E0-B722CF845BE9}"/>
    <pc:docChg chg="undo custSel mod addSld delSld modSld sldOrd addMainMaster delMainMaster modMainMaster modNotesMaster">
      <pc:chgData name="Carmen Khoury" userId="9bf4481a0678ecc3" providerId="LiveId" clId="{5DCB67BC-7827-43E7-88E0-B722CF845BE9}" dt="2026-10-07T03:14:02.298" v="556" actId="20577"/>
      <pc:docMkLst>
        <pc:docMk/>
      </pc:docMkLst>
      <pc:sldChg chg="modSp add mod modTransition modNotes modNotesTx">
        <pc:chgData name="Carmen Khoury" userId="9bf4481a0678ecc3" providerId="LiveId" clId="{5DCB67BC-7827-43E7-88E0-B722CF845BE9}" dt="2026-10-07T02:56:07.307" v="518" actId="1076"/>
        <pc:sldMkLst>
          <pc:docMk/>
          <pc:sldMk cId="100001" sldId="256"/>
        </pc:sldMkLst>
        <pc:spChg chg="mod">
          <ac:chgData name="Carmen Khoury" userId="9bf4481a0678ecc3" providerId="LiveId" clId="{5DCB67BC-7827-43E7-88E0-B722CF845BE9}" dt="2026-10-07T02:56:07.307" v="518" actId="1076"/>
          <ac:spMkLst>
            <pc:docMk/>
            <pc:sldMk cId="100001" sldId="256"/>
            <ac:spMk id="2" creationId="{00000001-0001-4000-8000-000000000000}"/>
          </ac:spMkLst>
        </pc:spChg>
        <pc:spChg chg="mod">
          <ac:chgData name="Carmen Khoury" userId="9bf4481a0678ecc3" providerId="LiveId" clId="{5DCB67BC-7827-43E7-88E0-B722CF845BE9}" dt="2026-10-06T23:00:00.384" v="446" actId="207"/>
          <ac:spMkLst>
            <pc:docMk/>
            <pc:sldMk cId="100001" sldId="256"/>
            <ac:spMk id="3" creationId="{00000001-0002-4000-8000-000000000000}"/>
          </ac:spMkLst>
        </pc:spChg>
        <pc:picChg chg="mod">
          <ac:chgData name="Carmen Khoury" userId="9bf4481a0678ecc3" providerId="LiveId" clId="{5DCB67BC-7827-43E7-88E0-B722CF845BE9}" dt="2026-10-06T22:53:20.084" v="405" actId="1076"/>
          <ac:picMkLst>
            <pc:docMk/>
            <pc:sldMk cId="100001" sldId="256"/>
            <ac:picMk id="4" creationId="{00000000-0000-0000-0000-000000000000}"/>
          </ac:picMkLst>
        </pc:picChg>
      </pc:sldChg>
      <pc:sldChg chg="delSp modSp add del mod">
        <pc:chgData name="Carmen Khoury" userId="9bf4481a0678ecc3" providerId="LiveId" clId="{5DCB67BC-7827-43E7-88E0-B722CF845BE9}" dt="2026-10-06T22:20:26.926" v="42" actId="2696"/>
        <pc:sldMkLst>
          <pc:docMk/>
          <pc:sldMk cId="0" sldId="257"/>
        </pc:sldMkLst>
        <pc:spChg chg="del mod">
          <ac:chgData name="Carmen Khoury" userId="9bf4481a0678ecc3" providerId="LiveId" clId="{5DCB67BC-7827-43E7-88E0-B722CF845BE9}" dt="2026-10-06T22:19:55.077" v="35"/>
          <ac:spMkLst>
            <pc:docMk/>
            <pc:sldMk cId="0" sldId="257"/>
            <ac:spMk id="2" creationId="{00000000-0000-0000-0000-000000000000}"/>
          </ac:spMkLst>
        </pc:spChg>
      </pc:sldChg>
      <pc:sldChg chg="del replId">
        <pc:chgData name="Carmen Khoury" userId="9bf4481a0678ecc3" providerId="LiveId" clId="{5DCB67BC-7827-43E7-88E0-B722CF845BE9}" dt="2026-10-06T22:16:43.962" v="2" actId="26606"/>
        <pc:sldMkLst>
          <pc:docMk/>
          <pc:sldMk cId="828143383" sldId="257"/>
        </pc:sldMkLst>
      </pc:sldChg>
      <pc:sldChg chg="add del">
        <pc:chgData name="Carmen Khoury" userId="9bf4481a0678ecc3" providerId="LiveId" clId="{5DCB67BC-7827-43E7-88E0-B722CF845BE9}" dt="2026-10-06T22:20:24.712" v="41" actId="2696"/>
        <pc:sldMkLst>
          <pc:docMk/>
          <pc:sldMk cId="0" sldId="258"/>
        </pc:sldMkLst>
      </pc:sldChg>
      <pc:sldChg chg="addSp delSp modSp add mod modTransition setBg">
        <pc:chgData name="Carmen Khoury" userId="9bf4481a0678ecc3" providerId="LiveId" clId="{5DCB67BC-7827-43E7-88E0-B722CF845BE9}" dt="2026-10-07T03:14:02.298" v="556" actId="20577"/>
        <pc:sldMkLst>
          <pc:docMk/>
          <pc:sldMk cId="0" sldId="259"/>
        </pc:sldMkLst>
        <pc:spChg chg="mod">
          <ac:chgData name="Carmen Khoury" userId="9bf4481a0678ecc3" providerId="LiveId" clId="{5DCB67BC-7827-43E7-88E0-B722CF845BE9}" dt="2026-10-07T03:14:02.298" v="556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Carmen Khoury" userId="9bf4481a0678ecc3" providerId="LiveId" clId="{5DCB67BC-7827-43E7-88E0-B722CF845BE9}" dt="2026-10-06T22:54:55.957" v="418" actId="478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Carmen Khoury" userId="9bf4481a0678ecc3" providerId="LiveId" clId="{5DCB67BC-7827-43E7-88E0-B722CF845BE9}" dt="2026-10-07T03:02:27.067" v="552"/>
          <ac:spMkLst>
            <pc:docMk/>
            <pc:sldMk cId="0" sldId="259"/>
            <ac:spMk id="3" creationId="{D2C015C5-CD57-0EB2-8120-D08EAD7B542A}"/>
          </ac:spMkLst>
        </pc:spChg>
        <pc:spChg chg="add">
          <ac:chgData name="Carmen Khoury" userId="9bf4481a0678ecc3" providerId="LiveId" clId="{5DCB67BC-7827-43E7-88E0-B722CF845BE9}" dt="2026-10-07T03:02:32.030" v="553" actId="22"/>
          <ac:spMkLst>
            <pc:docMk/>
            <pc:sldMk cId="0" sldId="259"/>
            <ac:spMk id="7" creationId="{5A965C01-5482-18C9-3CE2-AF2DD5F00BDE}"/>
          </ac:spMkLst>
        </pc:spChg>
        <pc:picChg chg="add mod">
          <ac:chgData name="Carmen Khoury" userId="9bf4481a0678ecc3" providerId="LiveId" clId="{5DCB67BC-7827-43E7-88E0-B722CF845BE9}" dt="2026-10-07T03:02:26.311" v="550" actId="14100"/>
          <ac:picMkLst>
            <pc:docMk/>
            <pc:sldMk cId="0" sldId="259"/>
            <ac:picMk id="4" creationId="{A5819BD1-E052-3E41-7427-91C7763DD257}"/>
          </ac:picMkLst>
        </pc:picChg>
        <pc:picChg chg="add mod">
          <ac:chgData name="Carmen Khoury" userId="9bf4481a0678ecc3" providerId="LiveId" clId="{5DCB67BC-7827-43E7-88E0-B722CF845BE9}" dt="2026-10-07T03:02:34.836" v="554" actId="1076"/>
          <ac:picMkLst>
            <pc:docMk/>
            <pc:sldMk cId="0" sldId="259"/>
            <ac:picMk id="5" creationId="{E5AD3D17-F6B8-14C4-4004-A49FC47DC107}"/>
          </ac:picMkLst>
        </pc:picChg>
      </pc:sldChg>
      <pc:sldChg chg="addSp delSp modSp add mod ord modTransition setBg">
        <pc:chgData name="Carmen Khoury" userId="9bf4481a0678ecc3" providerId="LiveId" clId="{5DCB67BC-7827-43E7-88E0-B722CF845BE9}" dt="2026-10-07T03:02:08.219" v="546" actId="14100"/>
        <pc:sldMkLst>
          <pc:docMk/>
          <pc:sldMk cId="2006537747" sldId="260"/>
        </pc:sldMkLst>
        <pc:spChg chg="mod">
          <ac:chgData name="Carmen Khoury" userId="9bf4481a0678ecc3" providerId="LiveId" clId="{5DCB67BC-7827-43E7-88E0-B722CF845BE9}" dt="2026-10-07T02:36:14.147" v="454" actId="20577"/>
          <ac:spMkLst>
            <pc:docMk/>
            <pc:sldMk cId="2006537747" sldId="260"/>
            <ac:spMk id="2" creationId="{C060DBAF-A0EE-C9F1-932B-273F665258DB}"/>
          </ac:spMkLst>
        </pc:spChg>
        <pc:spChg chg="add mod">
          <ac:chgData name="Carmen Khoury" userId="9bf4481a0678ecc3" providerId="LiveId" clId="{5DCB67BC-7827-43E7-88E0-B722CF845BE9}" dt="2026-10-07T03:01:55.166" v="543" actId="1076"/>
          <ac:spMkLst>
            <pc:docMk/>
            <pc:sldMk cId="2006537747" sldId="260"/>
            <ac:spMk id="3" creationId="{E3B59BE7-9D7B-A7D9-5BD5-DE823D86EA65}"/>
          </ac:spMkLst>
        </pc:spChg>
        <pc:spChg chg="del mod">
          <ac:chgData name="Carmen Khoury" userId="9bf4481a0678ecc3" providerId="LiveId" clId="{5DCB67BC-7827-43E7-88E0-B722CF845BE9}" dt="2026-10-06T22:20:09.849" v="39" actId="478"/>
          <ac:spMkLst>
            <pc:docMk/>
            <pc:sldMk cId="2006537747" sldId="260"/>
            <ac:spMk id="3" creationId="{EA9B782C-1AF8-DC75-8E32-3B97058C4FE0}"/>
          </ac:spMkLst>
        </pc:spChg>
        <pc:picChg chg="add mod">
          <ac:chgData name="Carmen Khoury" userId="9bf4481a0678ecc3" providerId="LiveId" clId="{5DCB67BC-7827-43E7-88E0-B722CF845BE9}" dt="2026-10-07T03:02:08.219" v="546" actId="14100"/>
          <ac:picMkLst>
            <pc:docMk/>
            <pc:sldMk cId="2006537747" sldId="260"/>
            <ac:picMk id="4" creationId="{EF95192D-95DC-ED3E-A628-057C6DE78062}"/>
          </ac:picMkLst>
        </pc:picChg>
        <pc:picChg chg="add mod modCrop">
          <ac:chgData name="Carmen Khoury" userId="9bf4481a0678ecc3" providerId="LiveId" clId="{5DCB67BC-7827-43E7-88E0-B722CF845BE9}" dt="2026-10-07T03:01:14.023" v="535" actId="1076"/>
          <ac:picMkLst>
            <pc:docMk/>
            <pc:sldMk cId="2006537747" sldId="260"/>
            <ac:picMk id="5" creationId="{AC8517BA-1763-0CEB-8E8C-45D70C9B3E00}"/>
          </ac:picMkLst>
        </pc:picChg>
      </pc:sldChg>
      <pc:sldChg chg="addSp delSp modSp add del mod ord modTransition setBg">
        <pc:chgData name="Carmen Khoury" userId="9bf4481a0678ecc3" providerId="LiveId" clId="{5DCB67BC-7827-43E7-88E0-B722CF845BE9}" dt="2026-10-07T02:36:19.503" v="455" actId="2696"/>
        <pc:sldMkLst>
          <pc:docMk/>
          <pc:sldMk cId="2251199170" sldId="261"/>
        </pc:sldMkLst>
        <pc:spChg chg="mod">
          <ac:chgData name="Carmen Khoury" userId="9bf4481a0678ecc3" providerId="LiveId" clId="{5DCB67BC-7827-43E7-88E0-B722CF845BE9}" dt="2026-10-06T22:51:51.901" v="385" actId="255"/>
          <ac:spMkLst>
            <pc:docMk/>
            <pc:sldMk cId="2251199170" sldId="261"/>
            <ac:spMk id="2" creationId="{B7DB6B88-DC3C-0CC7-DED5-785E9E55148F}"/>
          </ac:spMkLst>
        </pc:spChg>
        <pc:spChg chg="mod">
          <ac:chgData name="Carmen Khoury" userId="9bf4481a0678ecc3" providerId="LiveId" clId="{5DCB67BC-7827-43E7-88E0-B722CF845BE9}" dt="2026-10-06T22:59:43.234" v="444" actId="207"/>
          <ac:spMkLst>
            <pc:docMk/>
            <pc:sldMk cId="2251199170" sldId="261"/>
            <ac:spMk id="3" creationId="{9E0F055B-010E-7050-E5E7-8E80BDE5A667}"/>
          </ac:spMkLst>
        </pc:spChg>
        <pc:picChg chg="del">
          <ac:chgData name="Carmen Khoury" userId="9bf4481a0678ecc3" providerId="LiveId" clId="{5DCB67BC-7827-43E7-88E0-B722CF845BE9}" dt="2026-10-06T22:20:41.810" v="46" actId="478"/>
          <ac:picMkLst>
            <pc:docMk/>
            <pc:sldMk cId="2251199170" sldId="261"/>
            <ac:picMk id="4" creationId="{50FC9357-245A-DB76-449F-3196F01A4A31}"/>
          </ac:picMkLst>
        </pc:picChg>
        <pc:picChg chg="add mod">
          <ac:chgData name="Carmen Khoury" userId="9bf4481a0678ecc3" providerId="LiveId" clId="{5DCB67BC-7827-43E7-88E0-B722CF845BE9}" dt="2026-10-06T22:20:57.877" v="52" actId="1076"/>
          <ac:picMkLst>
            <pc:docMk/>
            <pc:sldMk cId="2251199170" sldId="261"/>
            <ac:picMk id="6" creationId="{99809DC9-BE32-A171-A843-77636B28F377}"/>
          </ac:picMkLst>
        </pc:picChg>
      </pc:sldChg>
      <pc:sldChg chg="add del">
        <pc:chgData name="Carmen Khoury" userId="9bf4481a0678ecc3" providerId="LiveId" clId="{5DCB67BC-7827-43E7-88E0-B722CF845BE9}" dt="2026-10-06T22:23:03.459" v="102" actId="2696"/>
        <pc:sldMkLst>
          <pc:docMk/>
          <pc:sldMk cId="265012099" sldId="262"/>
        </pc:sldMkLst>
      </pc:sldChg>
      <pc:sldChg chg="addSp delSp modSp add mod modTransition modNotesTx">
        <pc:chgData name="Carmen Khoury" userId="9bf4481a0678ecc3" providerId="LiveId" clId="{5DCB67BC-7827-43E7-88E0-B722CF845BE9}" dt="2026-10-07T02:56:16.885" v="520" actId="113"/>
        <pc:sldMkLst>
          <pc:docMk/>
          <pc:sldMk cId="1233905271" sldId="263"/>
        </pc:sldMkLst>
        <pc:spChg chg="mod">
          <ac:chgData name="Carmen Khoury" userId="9bf4481a0678ecc3" providerId="LiveId" clId="{5DCB67BC-7827-43E7-88E0-B722CF845BE9}" dt="2026-10-07T02:56:16.885" v="520" actId="113"/>
          <ac:spMkLst>
            <pc:docMk/>
            <pc:sldMk cId="1233905271" sldId="263"/>
            <ac:spMk id="2" creationId="{F2A75289-CD5D-6449-F558-91A573B90500}"/>
          </ac:spMkLst>
        </pc:spChg>
        <pc:spChg chg="mod">
          <ac:chgData name="Carmen Khoury" userId="9bf4481a0678ecc3" providerId="LiveId" clId="{5DCB67BC-7827-43E7-88E0-B722CF845BE9}" dt="2026-10-06T23:00:06.470" v="447" actId="207"/>
          <ac:spMkLst>
            <pc:docMk/>
            <pc:sldMk cId="1233905271" sldId="263"/>
            <ac:spMk id="3" creationId="{E1CD18AE-B330-3827-8AC8-CEB40C193A7B}"/>
          </ac:spMkLst>
        </pc:spChg>
        <pc:picChg chg="del">
          <ac:chgData name="Carmen Khoury" userId="9bf4481a0678ecc3" providerId="LiveId" clId="{5DCB67BC-7827-43E7-88E0-B722CF845BE9}" dt="2026-10-06T22:23:42.069" v="106" actId="478"/>
          <ac:picMkLst>
            <pc:docMk/>
            <pc:sldMk cId="1233905271" sldId="263"/>
            <ac:picMk id="4" creationId="{6FB42ACE-840B-72A8-1886-8A28DE0C1C7E}"/>
          </ac:picMkLst>
        </pc:picChg>
        <pc:picChg chg="add mod">
          <ac:chgData name="Carmen Khoury" userId="9bf4481a0678ecc3" providerId="LiveId" clId="{5DCB67BC-7827-43E7-88E0-B722CF845BE9}" dt="2026-10-06T22:25:04.999" v="131" actId="14100"/>
          <ac:picMkLst>
            <pc:docMk/>
            <pc:sldMk cId="1233905271" sldId="263"/>
            <ac:picMk id="5" creationId="{C000778A-FF4B-2D80-4787-7EA21D296A93}"/>
          </ac:picMkLst>
        </pc:picChg>
      </pc:sldChg>
      <pc:sldChg chg="addSp delSp modSp add mod ord modTransition setBg modNotesTx">
        <pc:chgData name="Carmen Khoury" userId="9bf4481a0678ecc3" providerId="LiveId" clId="{5DCB67BC-7827-43E7-88E0-B722CF845BE9}" dt="2026-10-07T02:56:24.881" v="522" actId="113"/>
        <pc:sldMkLst>
          <pc:docMk/>
          <pc:sldMk cId="1057362870" sldId="264"/>
        </pc:sldMkLst>
        <pc:spChg chg="mod">
          <ac:chgData name="Carmen Khoury" userId="9bf4481a0678ecc3" providerId="LiveId" clId="{5DCB67BC-7827-43E7-88E0-B722CF845BE9}" dt="2026-10-07T02:56:24.881" v="522" actId="113"/>
          <ac:spMkLst>
            <pc:docMk/>
            <pc:sldMk cId="1057362870" sldId="264"/>
            <ac:spMk id="2" creationId="{FA7F9FB2-DAD6-B0DA-8907-4195844504FF}"/>
          </ac:spMkLst>
        </pc:spChg>
        <pc:spChg chg="mod">
          <ac:chgData name="Carmen Khoury" userId="9bf4481a0678ecc3" providerId="LiveId" clId="{5DCB67BC-7827-43E7-88E0-B722CF845BE9}" dt="2026-10-06T23:00:11.816" v="448" actId="207"/>
          <ac:spMkLst>
            <pc:docMk/>
            <pc:sldMk cId="1057362870" sldId="264"/>
            <ac:spMk id="3" creationId="{02C12C4D-A515-AEE2-0EE4-699C9C40FB37}"/>
          </ac:spMkLst>
        </pc:spChg>
        <pc:picChg chg="add mod modCrop">
          <ac:chgData name="Carmen Khoury" userId="9bf4481a0678ecc3" providerId="LiveId" clId="{5DCB67BC-7827-43E7-88E0-B722CF845BE9}" dt="2026-10-06T22:56:36.890" v="432" actId="1076"/>
          <ac:picMkLst>
            <pc:docMk/>
            <pc:sldMk cId="1057362870" sldId="264"/>
            <ac:picMk id="4" creationId="{7A2F03C5-6CE1-8D10-C0B9-132A886C6E05}"/>
          </ac:picMkLst>
        </pc:picChg>
        <pc:picChg chg="del mod">
          <ac:chgData name="Carmen Khoury" userId="9bf4481a0678ecc3" providerId="LiveId" clId="{5DCB67BC-7827-43E7-88E0-B722CF845BE9}" dt="2026-10-06T22:27:13.459" v="147" actId="478"/>
          <ac:picMkLst>
            <pc:docMk/>
            <pc:sldMk cId="1057362870" sldId="264"/>
            <ac:picMk id="5" creationId="{8C8BCECA-6DA9-4EC5-A07A-A2B6851975CF}"/>
          </ac:picMkLst>
        </pc:picChg>
      </pc:sldChg>
      <pc:sldChg chg="addSp delSp modSp add mod modTransition modNotesTx">
        <pc:chgData name="Carmen Khoury" userId="9bf4481a0678ecc3" providerId="LiveId" clId="{5DCB67BC-7827-43E7-88E0-B722CF845BE9}" dt="2026-10-07T02:56:32.037" v="524" actId="113"/>
        <pc:sldMkLst>
          <pc:docMk/>
          <pc:sldMk cId="3244314171" sldId="265"/>
        </pc:sldMkLst>
        <pc:spChg chg="mod">
          <ac:chgData name="Carmen Khoury" userId="9bf4481a0678ecc3" providerId="LiveId" clId="{5DCB67BC-7827-43E7-88E0-B722CF845BE9}" dt="2026-10-07T02:56:32.037" v="524" actId="113"/>
          <ac:spMkLst>
            <pc:docMk/>
            <pc:sldMk cId="3244314171" sldId="265"/>
            <ac:spMk id="2" creationId="{45C8C8DE-DAFA-F5F1-11E6-F86B7FB36277}"/>
          </ac:spMkLst>
        </pc:spChg>
        <pc:spChg chg="mod">
          <ac:chgData name="Carmen Khoury" userId="9bf4481a0678ecc3" providerId="LiveId" clId="{5DCB67BC-7827-43E7-88E0-B722CF845BE9}" dt="2026-10-06T23:00:16.918" v="449" actId="207"/>
          <ac:spMkLst>
            <pc:docMk/>
            <pc:sldMk cId="3244314171" sldId="265"/>
            <ac:spMk id="3" creationId="{AB62E296-9C21-A806-1818-EEA264E4B50C}"/>
          </ac:spMkLst>
        </pc:spChg>
        <pc:picChg chg="del">
          <ac:chgData name="Carmen Khoury" userId="9bf4481a0678ecc3" providerId="LiveId" clId="{5DCB67BC-7827-43E7-88E0-B722CF845BE9}" dt="2026-10-06T22:39:34.792" v="166" actId="478"/>
          <ac:picMkLst>
            <pc:docMk/>
            <pc:sldMk cId="3244314171" sldId="265"/>
            <ac:picMk id="4" creationId="{21364FC7-7DC1-E9AE-9ABF-790D5D89D48F}"/>
          </ac:picMkLst>
        </pc:picChg>
        <pc:picChg chg="add mod">
          <ac:chgData name="Carmen Khoury" userId="9bf4481a0678ecc3" providerId="LiveId" clId="{5DCB67BC-7827-43E7-88E0-B722CF845BE9}" dt="2026-10-06T22:58:35.104" v="440" actId="1076"/>
          <ac:picMkLst>
            <pc:docMk/>
            <pc:sldMk cId="3244314171" sldId="265"/>
            <ac:picMk id="5" creationId="{0B66B5B9-0304-9156-24B9-0E40601EAED9}"/>
          </ac:picMkLst>
        </pc:picChg>
      </pc:sldChg>
      <pc:sldChg chg="modSp add del mod modNotesTx">
        <pc:chgData name="Carmen Khoury" userId="9bf4481a0678ecc3" providerId="LiveId" clId="{5DCB67BC-7827-43E7-88E0-B722CF845BE9}" dt="2026-10-06T22:56:08.018" v="424" actId="2696"/>
        <pc:sldMkLst>
          <pc:docMk/>
          <pc:sldMk cId="3674455622" sldId="266"/>
        </pc:sldMkLst>
        <pc:spChg chg="mod">
          <ac:chgData name="Carmen Khoury" userId="9bf4481a0678ecc3" providerId="LiveId" clId="{5DCB67BC-7827-43E7-88E0-B722CF845BE9}" dt="2026-10-06T22:42:39.954" v="226" actId="20577"/>
          <ac:spMkLst>
            <pc:docMk/>
            <pc:sldMk cId="3674455622" sldId="266"/>
            <ac:spMk id="2" creationId="{AF621EC6-A52E-4C1A-97C8-DF427B6ADB27}"/>
          </ac:spMkLst>
        </pc:spChg>
        <pc:picChg chg="mod">
          <ac:chgData name="Carmen Khoury" userId="9bf4481a0678ecc3" providerId="LiveId" clId="{5DCB67BC-7827-43E7-88E0-B722CF845BE9}" dt="2026-10-06T22:41:58.380" v="197" actId="1076"/>
          <ac:picMkLst>
            <pc:docMk/>
            <pc:sldMk cId="3674455622" sldId="266"/>
            <ac:picMk id="5" creationId="{F187F1EB-4CA4-6050-0FA8-7871F5DF8826}"/>
          </ac:picMkLst>
        </pc:picChg>
      </pc:sldChg>
      <pc:sldChg chg="addSp delSp modSp add mod ord modTransition modNotesTx">
        <pc:chgData name="Carmen Khoury" userId="9bf4481a0678ecc3" providerId="LiveId" clId="{5DCB67BC-7827-43E7-88E0-B722CF845BE9}" dt="2026-10-07T02:58:30.526" v="534" actId="1076"/>
        <pc:sldMkLst>
          <pc:docMk/>
          <pc:sldMk cId="518773598" sldId="267"/>
        </pc:sldMkLst>
        <pc:spChg chg="mod">
          <ac:chgData name="Carmen Khoury" userId="9bf4481a0678ecc3" providerId="LiveId" clId="{5DCB67BC-7827-43E7-88E0-B722CF845BE9}" dt="2026-10-07T02:58:30.526" v="534" actId="1076"/>
          <ac:spMkLst>
            <pc:docMk/>
            <pc:sldMk cId="518773598" sldId="267"/>
            <ac:spMk id="2" creationId="{363D17AE-573F-E9F1-E631-9BB23CAE4F5C}"/>
          </ac:spMkLst>
        </pc:spChg>
        <pc:spChg chg="mod">
          <ac:chgData name="Carmen Khoury" userId="9bf4481a0678ecc3" providerId="LiveId" clId="{5DCB67BC-7827-43E7-88E0-B722CF845BE9}" dt="2026-10-06T23:00:28.338" v="451" actId="207"/>
          <ac:spMkLst>
            <pc:docMk/>
            <pc:sldMk cId="518773598" sldId="267"/>
            <ac:spMk id="3" creationId="{F96073ED-42C5-1116-A9EF-B14F1FFC7E53}"/>
          </ac:spMkLst>
        </pc:spChg>
        <pc:picChg chg="add mod modCrop">
          <ac:chgData name="Carmen Khoury" userId="9bf4481a0678ecc3" providerId="LiveId" clId="{5DCB67BC-7827-43E7-88E0-B722CF845BE9}" dt="2026-10-06T22:55:51.016" v="423" actId="14861"/>
          <ac:picMkLst>
            <pc:docMk/>
            <pc:sldMk cId="518773598" sldId="267"/>
            <ac:picMk id="4" creationId="{AB4C2D4D-A09B-C057-7FFF-AA993FD820FD}"/>
          </ac:picMkLst>
        </pc:picChg>
        <pc:picChg chg="del">
          <ac:chgData name="Carmen Khoury" userId="9bf4481a0678ecc3" providerId="LiveId" clId="{5DCB67BC-7827-43E7-88E0-B722CF845BE9}" dt="2026-10-06T22:44:20.998" v="234" actId="478"/>
          <ac:picMkLst>
            <pc:docMk/>
            <pc:sldMk cId="518773598" sldId="267"/>
            <ac:picMk id="5" creationId="{9F9A48AB-F183-CA00-E9C7-C23B8A1B20CE}"/>
          </ac:picMkLst>
        </pc:picChg>
      </pc:sldChg>
      <pc:sldChg chg="addSp delSp modSp add mod modTransition">
        <pc:chgData name="Carmen Khoury" userId="9bf4481a0678ecc3" providerId="LiveId" clId="{5DCB67BC-7827-43E7-88E0-B722CF845BE9}" dt="2026-10-07T02:56:43.494" v="528" actId="113"/>
        <pc:sldMkLst>
          <pc:docMk/>
          <pc:sldMk cId="2861830366" sldId="268"/>
        </pc:sldMkLst>
        <pc:spChg chg="mod">
          <ac:chgData name="Carmen Khoury" userId="9bf4481a0678ecc3" providerId="LiveId" clId="{5DCB67BC-7827-43E7-88E0-B722CF845BE9}" dt="2026-10-07T02:56:43.494" v="528" actId="113"/>
          <ac:spMkLst>
            <pc:docMk/>
            <pc:sldMk cId="2861830366" sldId="268"/>
            <ac:spMk id="2" creationId="{D7A0A893-7311-9ADF-1F47-74D8DDB2FEA7}"/>
          </ac:spMkLst>
        </pc:spChg>
        <pc:spChg chg="mod">
          <ac:chgData name="Carmen Khoury" userId="9bf4481a0678ecc3" providerId="LiveId" clId="{5DCB67BC-7827-43E7-88E0-B722CF845BE9}" dt="2026-10-06T23:00:23.483" v="450" actId="207"/>
          <ac:spMkLst>
            <pc:docMk/>
            <pc:sldMk cId="2861830366" sldId="268"/>
            <ac:spMk id="3" creationId="{7BB6AA9D-9861-3CAC-814E-9CF386207383}"/>
          </ac:spMkLst>
        </pc:spChg>
        <pc:picChg chg="del">
          <ac:chgData name="Carmen Khoury" userId="9bf4481a0678ecc3" providerId="LiveId" clId="{5DCB67BC-7827-43E7-88E0-B722CF845BE9}" dt="2026-10-06T22:46:42.073" v="255" actId="478"/>
          <ac:picMkLst>
            <pc:docMk/>
            <pc:sldMk cId="2861830366" sldId="268"/>
            <ac:picMk id="4" creationId="{6DC3455A-C311-62B8-F419-1AFEE81E5580}"/>
          </ac:picMkLst>
        </pc:picChg>
        <pc:picChg chg="add mod modCrop">
          <ac:chgData name="Carmen Khoury" userId="9bf4481a0678ecc3" providerId="LiveId" clId="{5DCB67BC-7827-43E7-88E0-B722CF845BE9}" dt="2026-10-06T22:52:28.392" v="397" actId="1076"/>
          <ac:picMkLst>
            <pc:docMk/>
            <pc:sldMk cId="2861830366" sldId="268"/>
            <ac:picMk id="5" creationId="{29A19F03-E4AE-6BE0-970D-9B547D896B11}"/>
          </ac:picMkLst>
        </pc:picChg>
      </pc:sldChg>
      <pc:sldChg chg="addSp delSp modSp add mod modTransition">
        <pc:chgData name="Carmen Khoury" userId="9bf4481a0678ecc3" providerId="LiveId" clId="{5DCB67BC-7827-43E7-88E0-B722CF845BE9}" dt="2026-10-07T02:56:55.045" v="532" actId="113"/>
        <pc:sldMkLst>
          <pc:docMk/>
          <pc:sldMk cId="2068337078" sldId="269"/>
        </pc:sldMkLst>
        <pc:spChg chg="mod">
          <ac:chgData name="Carmen Khoury" userId="9bf4481a0678ecc3" providerId="LiveId" clId="{5DCB67BC-7827-43E7-88E0-B722CF845BE9}" dt="2026-10-07T02:56:55.045" v="532" actId="113"/>
          <ac:spMkLst>
            <pc:docMk/>
            <pc:sldMk cId="2068337078" sldId="269"/>
            <ac:spMk id="2" creationId="{58D8EB38-D2F5-6CDF-2853-213905FD40C9}"/>
          </ac:spMkLst>
        </pc:spChg>
        <pc:spChg chg="mod">
          <ac:chgData name="Carmen Khoury" userId="9bf4481a0678ecc3" providerId="LiveId" clId="{5DCB67BC-7827-43E7-88E0-B722CF845BE9}" dt="2026-10-06T23:00:34.021" v="452" actId="207"/>
          <ac:spMkLst>
            <pc:docMk/>
            <pc:sldMk cId="2068337078" sldId="269"/>
            <ac:spMk id="3" creationId="{1283FCAB-FFB8-56E9-58C3-114F4A82519C}"/>
          </ac:spMkLst>
        </pc:spChg>
        <pc:picChg chg="del">
          <ac:chgData name="Carmen Khoury" userId="9bf4481a0678ecc3" providerId="LiveId" clId="{5DCB67BC-7827-43E7-88E0-B722CF845BE9}" dt="2026-10-06T22:52:03.621" v="386" actId="478"/>
          <ac:picMkLst>
            <pc:docMk/>
            <pc:sldMk cId="2068337078" sldId="269"/>
            <ac:picMk id="4" creationId="{CE576645-DAEC-6A19-C408-F2E5EDAD5EB3}"/>
          </ac:picMkLst>
        </pc:picChg>
        <pc:picChg chg="add mod">
          <ac:chgData name="Carmen Khoury" userId="9bf4481a0678ecc3" providerId="LiveId" clId="{5DCB67BC-7827-43E7-88E0-B722CF845BE9}" dt="2026-10-06T22:52:15.166" v="395" actId="14861"/>
          <ac:picMkLst>
            <pc:docMk/>
            <pc:sldMk cId="2068337078" sldId="269"/>
            <ac:picMk id="5" creationId="{BA77F406-B12E-B645-025A-5C9505D780D4}"/>
          </ac:picMkLst>
        </pc:picChg>
      </pc:sldChg>
      <pc:sldChg chg="addSp delSp modSp add mod">
        <pc:chgData name="Carmen Khoury" userId="9bf4481a0678ecc3" providerId="LiveId" clId="{5DCB67BC-7827-43E7-88E0-B722CF845BE9}" dt="2026-10-07T02:56:38.051" v="526" actId="113"/>
        <pc:sldMkLst>
          <pc:docMk/>
          <pc:sldMk cId="1736705100" sldId="270"/>
        </pc:sldMkLst>
        <pc:spChg chg="mod">
          <ac:chgData name="Carmen Khoury" userId="9bf4481a0678ecc3" providerId="LiveId" clId="{5DCB67BC-7827-43E7-88E0-B722CF845BE9}" dt="2026-10-07T02:56:38.051" v="526" actId="113"/>
          <ac:spMkLst>
            <pc:docMk/>
            <pc:sldMk cId="1736705100" sldId="270"/>
            <ac:spMk id="2" creationId="{5C54E6FB-6C76-0F62-886A-36E1C9A1FC88}"/>
          </ac:spMkLst>
        </pc:spChg>
        <pc:picChg chg="add mod">
          <ac:chgData name="Carmen Khoury" userId="9bf4481a0678ecc3" providerId="LiveId" clId="{5DCB67BC-7827-43E7-88E0-B722CF845BE9}" dt="2026-10-07T02:50:25.942" v="475" actId="14861"/>
          <ac:picMkLst>
            <pc:docMk/>
            <pc:sldMk cId="1736705100" sldId="270"/>
            <ac:picMk id="4" creationId="{9894FC4A-FD71-8ABB-729B-4115E1A692EF}"/>
          </ac:picMkLst>
        </pc:picChg>
        <pc:picChg chg="del">
          <ac:chgData name="Carmen Khoury" userId="9bf4481a0678ecc3" providerId="LiveId" clId="{5DCB67BC-7827-43E7-88E0-B722CF845BE9}" dt="2026-10-07T02:50:04.879" v="466" actId="478"/>
          <ac:picMkLst>
            <pc:docMk/>
            <pc:sldMk cId="1736705100" sldId="270"/>
            <ac:picMk id="5" creationId="{096DE034-7688-6C32-0542-8CA53C3B5C49}"/>
          </ac:picMkLst>
        </pc:picChg>
      </pc:sldChg>
      <pc:sldMasterChg chg="add replId modTransition addSldLayout modSldLayout">
        <pc:chgData name="Carmen Khoury" userId="9bf4481a0678ecc3" providerId="LiveId" clId="{5DCB67BC-7827-43E7-88E0-B722CF845BE9}" dt="2026-10-06T22:59:29.045" v="443"/>
        <pc:sldMasterMkLst>
          <pc:docMk/>
          <pc:sldMasterMk cId="3872308426" sldId="2147483648"/>
        </pc:sldMasterMkLst>
        <pc:sldLayoutChg chg="add modTransition">
          <pc:chgData name="Carmen Khoury" userId="9bf4481a0678ecc3" providerId="LiveId" clId="{5DCB67BC-7827-43E7-88E0-B722CF845BE9}" dt="2026-10-06T22:59:29.045" v="443"/>
          <pc:sldLayoutMkLst>
            <pc:docMk/>
            <pc:sldMasterMk cId="3872308426" sldId="2147483648"/>
            <pc:sldLayoutMk cId="0" sldId="2147483649"/>
          </pc:sldLayoutMkLst>
        </pc:sldLayoutChg>
      </pc:sldMasterChg>
      <pc:sldMasterChg chg="del replId delSldLayout modSldLayout">
        <pc:chgData name="Carmen Khoury" userId="9bf4481a0678ecc3" providerId="LiveId" clId="{5DCB67BC-7827-43E7-88E0-B722CF845BE9}" dt="2026-10-06T22:16:43.962" v="2" actId="26606"/>
        <pc:sldMasterMkLst>
          <pc:docMk/>
          <pc:sldMasterMk cId="3872308426" sldId="2147483660"/>
        </pc:sldMasterMkLst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451738841" sldId="2147483650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1601203041" sldId="2147483651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2863016640" sldId="2147483652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2012922679" sldId="2147483653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3828732493" sldId="2147483654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897103801" sldId="2147483655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3282524615" sldId="2147483656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2866560166" sldId="2147483657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2346424689" sldId="2147483658"/>
          </pc:sldLayoutMkLst>
        </pc:sldLayoutChg>
        <pc:sldLayoutChg chg="del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1362127477" sldId="2147483659"/>
          </pc:sldLayoutMkLst>
        </pc:sldLayoutChg>
        <pc:sldLayoutChg chg="del replId">
          <pc:chgData name="Carmen Khoury" userId="9bf4481a0678ecc3" providerId="LiveId" clId="{5DCB67BC-7827-43E7-88E0-B722CF845BE9}" dt="2026-10-06T22:16:43.962" v="2" actId="26606"/>
          <pc:sldLayoutMkLst>
            <pc:docMk/>
            <pc:sldMasterMk cId="3872308426" sldId="2147483660"/>
            <pc:sldLayoutMk cId="3454722852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90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6230-5999-ED5E-A3AE-6D4E666A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70401-59D5-F13A-A1FC-2A61ABE71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EFF10-2DC0-03F5-C976-4E796E815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97411-3980-2B3C-8BC7-084A874BD4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732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292C-1324-EA60-FDD1-FCFF6BC5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73D2D-26EE-5840-C487-C0316F85D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5F7BD-5119-6680-D178-B51F8D939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5CFD6-F033-6EA0-B51D-2F7541ED59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6756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F7B68-F6DB-F9BE-38B7-6AB08E54D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ADABC-B5D6-9C52-0D0E-B4215A8A0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ADDA9-4416-7CC9-B675-5D32AA823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0796F-E9A5-4016-C326-9534719B08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4429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578A3-A3F3-C92A-244F-7C4496C4B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5B5D3-9D8B-3C21-7F0C-5CA4926BF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51311-105C-F996-4479-6A6E14E29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1FA89-1CCA-BD78-9CBA-8FB8AC1C3F2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9941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A1A0-DF88-7878-39A1-9F78FE8CA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4DFBD-438F-3F6A-CD23-456A4C118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8913F-F3C2-0168-4DAF-8AD6F6084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A4E2F-7267-419B-CF25-BD77C4F7ECF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1022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FF9D-7F87-8172-2F0E-6E9DEA289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95434-5008-7894-C277-630D1C17C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DA444-4147-6710-B267-FBC66942B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84C8D-FC6B-11D4-AA11-BA72604CB0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6386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84E54-79FA-94C6-B689-7D1E257C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3502C-BF6D-A122-5B0C-2DC09BB41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58BA3-5224-EB26-C56B-B486DA902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9BED2-C5EC-C8EA-8B7C-957BC84BB1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182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0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1675A-3982-31DA-E94F-0D28AAC4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>
            <a:extLst>
              <a:ext uri="{FF2B5EF4-FFF2-40B4-BE49-F238E27FC236}">
                <a16:creationId xmlns:a16="http://schemas.microsoft.com/office/drawing/2014/main" id="{C060DBAF-A0EE-C9F1-932B-273F665258DB}"/>
              </a:ext>
            </a:extLst>
          </p:cNvPr>
          <p:cNvSpPr txBox="1"/>
          <p:nvPr/>
        </p:nvSpPr>
        <p:spPr>
          <a:xfrm>
            <a:off x="915924" y="1260342"/>
            <a:ext cx="10360152" cy="147732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chemeClr val="bg1"/>
                </a:solidFill>
                <a:latin typeface="DejaVu Sans"/>
              </a:rPr>
              <a:t>What Luke Can Do-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chemeClr val="bg1"/>
                </a:solidFill>
                <a:latin typeface="DejaVu Sans"/>
              </a:rPr>
              <a:t>What Luke Did Yesterday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517BA-1763-0CEB-8E8C-45D70C9B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1236" y="2595367"/>
            <a:ext cx="2389397" cy="3584096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B59BE7-9D7B-A7D9-5BD5-DE823D86EA65}"/>
              </a:ext>
            </a:extLst>
          </p:cNvPr>
          <p:cNvSpPr txBox="1"/>
          <p:nvPr/>
        </p:nvSpPr>
        <p:spPr>
          <a:xfrm rot="10800000" flipV="1">
            <a:off x="2656702" y="6366305"/>
            <a:ext cx="7241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Atlantis Learning Archives | A project by Carmen Khoury | © 2026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5192D-95DC-ED3E-A628-057C6DE78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26" y="189211"/>
            <a:ext cx="847982" cy="809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65377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02269" y="481375"/>
            <a:ext cx="7445522" cy="4188106"/>
          </a:xfrm>
          <a:prstGeom prst="rect">
            <a:avLst/>
          </a:prstGeom>
          <a:effectLst>
            <a:softEdge rad="114300"/>
          </a:effectLst>
        </p:spPr>
      </p:pic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41787"/>
            <a:ext cx="10972800" cy="11300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60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	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Luke can walk.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walk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to the park.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AD830-E3F0-A5CF-2033-7070E429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F2A75289-CD5D-6449-F558-91A573B90500}"/>
              </a:ext>
            </a:extLst>
          </p:cNvPr>
          <p:cNvSpPr>
            <a:spLocks noGrp="1"/>
          </p:cNvSpPr>
          <p:nvPr/>
        </p:nvSpPr>
        <p:spPr>
          <a:xfrm>
            <a:off x="771646" y="533177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Luke can talk. 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talk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with his pals.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CD18AE-B330-3827-8AC8-CEB40C193A7B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Luke talking with his pals at the park, storybook scene">
            <a:extLst>
              <a:ext uri="{FF2B5EF4-FFF2-40B4-BE49-F238E27FC236}">
                <a16:creationId xmlns:a16="http://schemas.microsoft.com/office/drawing/2014/main" id="{C000778A-FF4B-2D80-4787-7EA21D296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010" y="266218"/>
            <a:ext cx="4939979" cy="468232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2339052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9B620-A823-BE98-EA18-30757C0F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FA7F9FB2-DAD6-B0DA-8907-4195844504FF}"/>
              </a:ext>
            </a:extLst>
          </p:cNvPr>
          <p:cNvSpPr>
            <a:spLocks noGrp="1"/>
          </p:cNvSpPr>
          <p:nvPr/>
        </p:nvSpPr>
        <p:spPr>
          <a:xfrm>
            <a:off x="771646" y="533177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	Luke can jump.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jump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in the air.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C12C4D-A515-AEE2-0EE4-699C9C40FB37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Luke the baby dinosaur jumping joyfully in the air">
            <a:extLst>
              <a:ext uri="{FF2B5EF4-FFF2-40B4-BE49-F238E27FC236}">
                <a16:creationId xmlns:a16="http://schemas.microsoft.com/office/drawing/2014/main" id="{7A2F03C5-6CE1-8D10-C0B9-132A886C6E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8251" y="124856"/>
            <a:ext cx="3977846" cy="5966769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0573628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7347A-625F-BBE7-7597-A6A055DDE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45C8C8DE-DAFA-F5F1-11E6-F86B7FB36277}"/>
              </a:ext>
            </a:extLst>
          </p:cNvPr>
          <p:cNvSpPr>
            <a:spLocks noGrp="1"/>
          </p:cNvSpPr>
          <p:nvPr/>
        </p:nvSpPr>
        <p:spPr>
          <a:xfrm>
            <a:off x="609600" y="533177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Luke can roll.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roll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in the grass.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62E296-9C21-A806-1818-EEA264E4B50C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Luke the dinosaur rolling happily on the grass in a sunny park">
            <a:extLst>
              <a:ext uri="{FF2B5EF4-FFF2-40B4-BE49-F238E27FC236}">
                <a16:creationId xmlns:a16="http://schemas.microsoft.com/office/drawing/2014/main" id="{0B66B5B9-0304-9156-24B9-0E40601EA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708" y="347603"/>
            <a:ext cx="6134583" cy="4600937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2443141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3660A-0866-FA4D-B18D-163C13238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5C54E6FB-6C76-0F62-886A-36E1C9A1FC88}"/>
              </a:ext>
            </a:extLst>
          </p:cNvPr>
          <p:cNvSpPr>
            <a:spLocks noGrp="1"/>
          </p:cNvSpPr>
          <p:nvPr/>
        </p:nvSpPr>
        <p:spPr>
          <a:xfrm>
            <a:off x="609600" y="533177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Luke can plant.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plant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a seed.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9E3FC-E7AC-1CCA-D145-0C5611D05F32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Luke planting a seed among flowers in the park">
            <a:extLst>
              <a:ext uri="{FF2B5EF4-FFF2-40B4-BE49-F238E27FC236}">
                <a16:creationId xmlns:a16="http://schemas.microsoft.com/office/drawing/2014/main" id="{9894FC4A-FD71-8ABB-729B-4115E1A69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09" y="459430"/>
            <a:ext cx="6000751" cy="4500563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7367051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4D4C1-5750-FFA2-9FBE-4EFF230F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D7A0A893-7311-9ADF-1F47-74D8DDB2FEA7}"/>
              </a:ext>
            </a:extLst>
          </p:cNvPr>
          <p:cNvSpPr>
            <a:spLocks noGrp="1"/>
          </p:cNvSpPr>
          <p:nvPr/>
        </p:nvSpPr>
        <p:spPr>
          <a:xfrm>
            <a:off x="609600" y="5287092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Luke can walk.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walk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home.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B6AA9D-9861-3CAC-814E-9CF386207383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Luke the dinosaur walking home toward a cozy cottage at golden hour">
            <a:extLst>
              <a:ext uri="{FF2B5EF4-FFF2-40B4-BE49-F238E27FC236}">
                <a16:creationId xmlns:a16="http://schemas.microsoft.com/office/drawing/2014/main" id="{29A19F03-E4AE-6BE0-970D-9B547D896B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22"/>
          <a:stretch>
            <a:fillRect/>
          </a:stretch>
        </p:blipFill>
        <p:spPr>
          <a:xfrm>
            <a:off x="2920945" y="816805"/>
            <a:ext cx="6350110" cy="404238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861830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9F42F-DD7E-DE52-014C-A2796574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363D17AE-573F-E9F1-E631-9BB23CAE4F5C}"/>
              </a:ext>
            </a:extLst>
          </p:cNvPr>
          <p:cNvSpPr>
            <a:spLocks noGrp="1"/>
          </p:cNvSpPr>
          <p:nvPr/>
        </p:nvSpPr>
        <p:spPr>
          <a:xfrm>
            <a:off x="450682" y="5378701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	Luke can rub.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rubb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his eyes.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073ED-42C5-1116-A9EF-B14F1FFC7E53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Luke the dinosaur rubbing his tired eyes">
            <a:extLst>
              <a:ext uri="{FF2B5EF4-FFF2-40B4-BE49-F238E27FC236}">
                <a16:creationId xmlns:a16="http://schemas.microsoft.com/office/drawing/2014/main" id="{AB4C2D4D-A09B-C057-7FFF-AA993FD82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05217" y="570053"/>
            <a:ext cx="2981566" cy="4472349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5187735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67ADA-46E3-E919-613C-EE25BBE2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with your reading sentence">
            <a:extLst>
              <a:ext uri="{FF2B5EF4-FFF2-40B4-BE49-F238E27FC236}">
                <a16:creationId xmlns:a16="http://schemas.microsoft.com/office/drawing/2014/main" id="{58D8EB38-D2F5-6CDF-2853-213905FD40C9}"/>
              </a:ext>
            </a:extLst>
          </p:cNvPr>
          <p:cNvSpPr>
            <a:spLocks noGrp="1"/>
          </p:cNvSpPr>
          <p:nvPr/>
        </p:nvSpPr>
        <p:spPr>
          <a:xfrm>
            <a:off x="875817" y="5378701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Luke can rest.</a:t>
            </a:r>
          </a:p>
          <a:p>
            <a:pPr algn="ctr">
              <a:defRPr sz="6000">
                <a:solidFill>
                  <a:srgbClr val="26332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So, he rest</a:t>
            </a:r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jaVu Sans"/>
                <a:ea typeface="DejaVu Sans"/>
                <a:cs typeface="DejaVu Sans"/>
              </a:rPr>
              <a:t>ed</a:t>
            </a:r>
            <a:r>
              <a:rPr lang="en-US" sz="4400" dirty="0">
                <a:solidFill>
                  <a:srgbClr val="26332B"/>
                </a:solidFill>
                <a:latin typeface="DejaVu Sans"/>
                <a:ea typeface="DejaVu Sans"/>
                <a:cs typeface="DejaVu Sans"/>
              </a:rPr>
              <a:t> in his bed.</a:t>
            </a:r>
            <a:endParaRPr sz="4400" dirty="0">
              <a:solidFill>
                <a:srgbClr val="2633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83FCAB-FFB8-56E9-58C3-114F4A82519C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Luke the dinosaur resting peacefully in his bed">
            <a:extLst>
              <a:ext uri="{FF2B5EF4-FFF2-40B4-BE49-F238E27FC236}">
                <a16:creationId xmlns:a16="http://schemas.microsoft.com/office/drawing/2014/main" id="{BA77F406-B12E-B645-025A-5C9505D78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954" y="187455"/>
            <a:ext cx="3632763" cy="4843684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0683370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915923" y="1558664"/>
            <a:ext cx="10360152" cy="92333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8EC"/>
                </a:solidFill>
                <a:latin typeface="DejaVu Sans"/>
              </a:rPr>
              <a:t>The </a:t>
            </a:r>
            <a:r>
              <a:rPr lang="en-US" sz="6000" b="1">
                <a:solidFill>
                  <a:srgbClr val="FFF8EC"/>
                </a:solidFill>
                <a:latin typeface="DejaVu Sans"/>
              </a:rPr>
              <a:t>E</a:t>
            </a:r>
            <a:r>
              <a:rPr sz="6000" b="1">
                <a:solidFill>
                  <a:srgbClr val="FFF8EC"/>
                </a:solidFill>
                <a:latin typeface="DejaVu Sans"/>
              </a:rPr>
              <a:t>nd</a:t>
            </a:r>
            <a:endParaRPr sz="6000" b="1" dirty="0">
              <a:solidFill>
                <a:srgbClr val="FFF8EC"/>
              </a:solidFill>
              <a:latin typeface="DejaVu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D3D17-F6B8-14C4-4004-A49FC47D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01300" y="2481994"/>
            <a:ext cx="2389397" cy="358409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819BD1-E052-3E41-7427-91C7763DD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23" y="510488"/>
            <a:ext cx="664712" cy="63449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965C01-5482-18C9-3CE2-AF2DD5F00BDE}"/>
              </a:ext>
            </a:extLst>
          </p:cNvPr>
          <p:cNvSpPr txBox="1"/>
          <p:nvPr/>
        </p:nvSpPr>
        <p:spPr>
          <a:xfrm rot="10800000" flipV="1">
            <a:off x="2656702" y="6366305"/>
            <a:ext cx="7241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Atlantis Learning Archives | A project by Carmen Khoury | © 2026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130</Words>
  <Application>Microsoft Office PowerPoint</Application>
  <PresentationFormat>Widescreen</PresentationFormat>
  <Paragraphs>21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Khoury</dc:creator>
  <cp:lastModifiedBy>Carmen Khoury</cp:lastModifiedBy>
  <cp:revision>1</cp:revision>
  <dcterms:created xsi:type="dcterms:W3CDTF">2026-10-06T22:09:24Z</dcterms:created>
  <dcterms:modified xsi:type="dcterms:W3CDTF">2026-10-07T03:14:12Z</dcterms:modified>
</cp:coreProperties>
</file>